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Commitment To Society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ELASTICSEARCH_KOPF | Category: ONLINE_RETAIL</a:t>
            </a:r>
          </a:p>
          <a:p>
            <a:r>
              <a:rPr sz="1400"/>
              <a:t>Upstream: https://github.com/lmenezes/elasticsearch-kopf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commitment to society for the Anticloud integration of ELASTICSEARCH_KOPF.</a:t>
            </a:r>
          </a:p>
          <a:p>
            <a:r>
              <a:rPr sz="1400"/>
              <a:t>(swap) Use: github.com/symplify/symplify — PHP e-commerce tools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ELASTICSEARCH_KOPF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